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697E84-D525-4A3C-B954-DC10DDE18427}" v="4" dt="2025-11-21T05:54:28.3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09360-7A3E-8868-924A-1B1B2880AD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18E3498-D818-7CAA-224F-85F6141850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AC9A097-0540-3F1D-6FCA-D4AD9F14F4EA}"/>
              </a:ext>
            </a:extLst>
          </p:cNvPr>
          <p:cNvSpPr>
            <a:spLocks noGrp="1"/>
          </p:cNvSpPr>
          <p:nvPr>
            <p:ph type="dt" sz="half" idx="10"/>
          </p:nvPr>
        </p:nvSpPr>
        <p:spPr/>
        <p:txBody>
          <a:bodyPr/>
          <a:lstStyle/>
          <a:p>
            <a:fld id="{C59C381B-2B79-46D0-A0D8-14017CDCA337}" type="datetimeFigureOut">
              <a:rPr lang="en-IN" smtClean="0"/>
              <a:t>21-11-2025</a:t>
            </a:fld>
            <a:endParaRPr lang="en-IN"/>
          </a:p>
        </p:txBody>
      </p:sp>
      <p:sp>
        <p:nvSpPr>
          <p:cNvPr id="5" name="Footer Placeholder 4">
            <a:extLst>
              <a:ext uri="{FF2B5EF4-FFF2-40B4-BE49-F238E27FC236}">
                <a16:creationId xmlns:a16="http://schemas.microsoft.com/office/drawing/2014/main" id="{5A2FF8B3-322F-8D92-50AB-C7249298DB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4F1157-ED50-859E-55F9-931EE34D5035}"/>
              </a:ext>
            </a:extLst>
          </p:cNvPr>
          <p:cNvSpPr>
            <a:spLocks noGrp="1"/>
          </p:cNvSpPr>
          <p:nvPr>
            <p:ph type="sldNum" sz="quarter" idx="12"/>
          </p:nvPr>
        </p:nvSpPr>
        <p:spPr/>
        <p:txBody>
          <a:bodyPr/>
          <a:lstStyle/>
          <a:p>
            <a:fld id="{29E1BE66-CBF5-4379-A5A9-7ECC4DE5E875}" type="slidenum">
              <a:rPr lang="en-IN" smtClean="0"/>
              <a:t>‹#›</a:t>
            </a:fld>
            <a:endParaRPr lang="en-IN"/>
          </a:p>
        </p:txBody>
      </p:sp>
    </p:spTree>
    <p:extLst>
      <p:ext uri="{BB962C8B-B14F-4D97-AF65-F5344CB8AC3E}">
        <p14:creationId xmlns:p14="http://schemas.microsoft.com/office/powerpoint/2010/main" val="31538099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B7B64-1DAD-03CB-8615-1B83C97297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2FAAF5E-67CA-784A-F392-8E84DA2EF2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D6F247-A345-E361-AB08-F37BC08A5641}"/>
              </a:ext>
            </a:extLst>
          </p:cNvPr>
          <p:cNvSpPr>
            <a:spLocks noGrp="1"/>
          </p:cNvSpPr>
          <p:nvPr>
            <p:ph type="dt" sz="half" idx="10"/>
          </p:nvPr>
        </p:nvSpPr>
        <p:spPr/>
        <p:txBody>
          <a:bodyPr/>
          <a:lstStyle/>
          <a:p>
            <a:fld id="{C59C381B-2B79-46D0-A0D8-14017CDCA337}" type="datetimeFigureOut">
              <a:rPr lang="en-IN" smtClean="0"/>
              <a:t>21-11-2025</a:t>
            </a:fld>
            <a:endParaRPr lang="en-IN"/>
          </a:p>
        </p:txBody>
      </p:sp>
      <p:sp>
        <p:nvSpPr>
          <p:cNvPr id="5" name="Footer Placeholder 4">
            <a:extLst>
              <a:ext uri="{FF2B5EF4-FFF2-40B4-BE49-F238E27FC236}">
                <a16:creationId xmlns:a16="http://schemas.microsoft.com/office/drawing/2014/main" id="{1538B161-61AC-B345-19F7-910D2DEDEC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1CFBA6-6131-DBA4-3BDE-6732587147F0}"/>
              </a:ext>
            </a:extLst>
          </p:cNvPr>
          <p:cNvSpPr>
            <a:spLocks noGrp="1"/>
          </p:cNvSpPr>
          <p:nvPr>
            <p:ph type="sldNum" sz="quarter" idx="12"/>
          </p:nvPr>
        </p:nvSpPr>
        <p:spPr/>
        <p:txBody>
          <a:bodyPr/>
          <a:lstStyle/>
          <a:p>
            <a:fld id="{29E1BE66-CBF5-4379-A5A9-7ECC4DE5E875}" type="slidenum">
              <a:rPr lang="en-IN" smtClean="0"/>
              <a:t>‹#›</a:t>
            </a:fld>
            <a:endParaRPr lang="en-IN"/>
          </a:p>
        </p:txBody>
      </p:sp>
    </p:spTree>
    <p:extLst>
      <p:ext uri="{BB962C8B-B14F-4D97-AF65-F5344CB8AC3E}">
        <p14:creationId xmlns:p14="http://schemas.microsoft.com/office/powerpoint/2010/main" val="8834485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FE7E0-AFE9-1247-19C4-5EED13CECC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9354B63-1EA7-719B-7C11-1EE4B3A0A63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1EE2BE-C1F8-2521-F833-A99A8065DFE6}"/>
              </a:ext>
            </a:extLst>
          </p:cNvPr>
          <p:cNvSpPr>
            <a:spLocks noGrp="1"/>
          </p:cNvSpPr>
          <p:nvPr>
            <p:ph type="dt" sz="half" idx="10"/>
          </p:nvPr>
        </p:nvSpPr>
        <p:spPr/>
        <p:txBody>
          <a:bodyPr/>
          <a:lstStyle/>
          <a:p>
            <a:fld id="{C59C381B-2B79-46D0-A0D8-14017CDCA337}" type="datetimeFigureOut">
              <a:rPr lang="en-IN" smtClean="0"/>
              <a:t>21-11-2025</a:t>
            </a:fld>
            <a:endParaRPr lang="en-IN"/>
          </a:p>
        </p:txBody>
      </p:sp>
      <p:sp>
        <p:nvSpPr>
          <p:cNvPr id="5" name="Footer Placeholder 4">
            <a:extLst>
              <a:ext uri="{FF2B5EF4-FFF2-40B4-BE49-F238E27FC236}">
                <a16:creationId xmlns:a16="http://schemas.microsoft.com/office/drawing/2014/main" id="{59585039-C494-4367-EBF2-222427A476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29912D-881F-86E3-5D96-368394AB258B}"/>
              </a:ext>
            </a:extLst>
          </p:cNvPr>
          <p:cNvSpPr>
            <a:spLocks noGrp="1"/>
          </p:cNvSpPr>
          <p:nvPr>
            <p:ph type="sldNum" sz="quarter" idx="12"/>
          </p:nvPr>
        </p:nvSpPr>
        <p:spPr/>
        <p:txBody>
          <a:bodyPr/>
          <a:lstStyle/>
          <a:p>
            <a:fld id="{29E1BE66-CBF5-4379-A5A9-7ECC4DE5E875}" type="slidenum">
              <a:rPr lang="en-IN" smtClean="0"/>
              <a:t>‹#›</a:t>
            </a:fld>
            <a:endParaRPr lang="en-IN"/>
          </a:p>
        </p:txBody>
      </p:sp>
    </p:spTree>
    <p:extLst>
      <p:ext uri="{BB962C8B-B14F-4D97-AF65-F5344CB8AC3E}">
        <p14:creationId xmlns:p14="http://schemas.microsoft.com/office/powerpoint/2010/main" val="2024501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B061E-467F-79EC-6E1E-27C207A2E2D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6C9C94-1B0C-769D-3011-93DD18D71C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67C1EF0-E7C2-98BB-521B-2AE80EE2E3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CB1EFDA-D311-01F7-1F9A-051DC524B941}"/>
              </a:ext>
            </a:extLst>
          </p:cNvPr>
          <p:cNvSpPr>
            <a:spLocks noGrp="1"/>
          </p:cNvSpPr>
          <p:nvPr>
            <p:ph type="dt" sz="half" idx="10"/>
          </p:nvPr>
        </p:nvSpPr>
        <p:spPr/>
        <p:txBody>
          <a:bodyPr/>
          <a:lstStyle/>
          <a:p>
            <a:fld id="{C59C381B-2B79-46D0-A0D8-14017CDCA337}" type="datetimeFigureOut">
              <a:rPr lang="en-IN" smtClean="0"/>
              <a:t>21-11-2025</a:t>
            </a:fld>
            <a:endParaRPr lang="en-IN"/>
          </a:p>
        </p:txBody>
      </p:sp>
      <p:sp>
        <p:nvSpPr>
          <p:cNvPr id="6" name="Footer Placeholder 5">
            <a:extLst>
              <a:ext uri="{FF2B5EF4-FFF2-40B4-BE49-F238E27FC236}">
                <a16:creationId xmlns:a16="http://schemas.microsoft.com/office/drawing/2014/main" id="{DEB33783-F9D0-5207-3E50-7BAF937EF0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BFFC07A-5612-9DE4-DBCC-B457B26E9F65}"/>
              </a:ext>
            </a:extLst>
          </p:cNvPr>
          <p:cNvSpPr>
            <a:spLocks noGrp="1"/>
          </p:cNvSpPr>
          <p:nvPr>
            <p:ph type="sldNum" sz="quarter" idx="12"/>
          </p:nvPr>
        </p:nvSpPr>
        <p:spPr/>
        <p:txBody>
          <a:bodyPr/>
          <a:lstStyle/>
          <a:p>
            <a:fld id="{29E1BE66-CBF5-4379-A5A9-7ECC4DE5E875}" type="slidenum">
              <a:rPr lang="en-IN" smtClean="0"/>
              <a:t>‹#›</a:t>
            </a:fld>
            <a:endParaRPr lang="en-IN"/>
          </a:p>
        </p:txBody>
      </p:sp>
    </p:spTree>
    <p:extLst>
      <p:ext uri="{BB962C8B-B14F-4D97-AF65-F5344CB8AC3E}">
        <p14:creationId xmlns:p14="http://schemas.microsoft.com/office/powerpoint/2010/main" val="981712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142B9-F96B-54E5-040B-83CE3760DAC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3BF56F5-2EA4-2AA6-598B-EC2A09F6CB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08616D-7583-AA07-ACF3-81B0FF0862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065152F-7161-AB56-7FC2-EE03447560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ACBA052-3BF8-B919-0064-8961DD27A7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B3CC81B-D582-FA07-4E35-26A4EBCF7DFC}"/>
              </a:ext>
            </a:extLst>
          </p:cNvPr>
          <p:cNvSpPr>
            <a:spLocks noGrp="1"/>
          </p:cNvSpPr>
          <p:nvPr>
            <p:ph type="dt" sz="half" idx="10"/>
          </p:nvPr>
        </p:nvSpPr>
        <p:spPr/>
        <p:txBody>
          <a:bodyPr/>
          <a:lstStyle/>
          <a:p>
            <a:fld id="{C59C381B-2B79-46D0-A0D8-14017CDCA337}" type="datetimeFigureOut">
              <a:rPr lang="en-IN" smtClean="0"/>
              <a:t>21-11-2025</a:t>
            </a:fld>
            <a:endParaRPr lang="en-IN"/>
          </a:p>
        </p:txBody>
      </p:sp>
      <p:sp>
        <p:nvSpPr>
          <p:cNvPr id="8" name="Footer Placeholder 7">
            <a:extLst>
              <a:ext uri="{FF2B5EF4-FFF2-40B4-BE49-F238E27FC236}">
                <a16:creationId xmlns:a16="http://schemas.microsoft.com/office/drawing/2014/main" id="{4D0A66B1-8FB3-953D-7654-2D27C99B109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C2D31B7-B4E8-9E8C-F3A6-785579D7B468}"/>
              </a:ext>
            </a:extLst>
          </p:cNvPr>
          <p:cNvSpPr>
            <a:spLocks noGrp="1"/>
          </p:cNvSpPr>
          <p:nvPr>
            <p:ph type="sldNum" sz="quarter" idx="12"/>
          </p:nvPr>
        </p:nvSpPr>
        <p:spPr/>
        <p:txBody>
          <a:bodyPr/>
          <a:lstStyle/>
          <a:p>
            <a:fld id="{29E1BE66-CBF5-4379-A5A9-7ECC4DE5E875}" type="slidenum">
              <a:rPr lang="en-IN" smtClean="0"/>
              <a:t>‹#›</a:t>
            </a:fld>
            <a:endParaRPr lang="en-IN"/>
          </a:p>
        </p:txBody>
      </p:sp>
    </p:spTree>
    <p:extLst>
      <p:ext uri="{BB962C8B-B14F-4D97-AF65-F5344CB8AC3E}">
        <p14:creationId xmlns:p14="http://schemas.microsoft.com/office/powerpoint/2010/main" val="1842218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581BA-0313-3635-BD36-8B6A4810BAA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552968E-DF28-EDBF-D174-DE020CBF9C2A}"/>
              </a:ext>
            </a:extLst>
          </p:cNvPr>
          <p:cNvSpPr>
            <a:spLocks noGrp="1"/>
          </p:cNvSpPr>
          <p:nvPr>
            <p:ph type="dt" sz="half" idx="10"/>
          </p:nvPr>
        </p:nvSpPr>
        <p:spPr/>
        <p:txBody>
          <a:bodyPr/>
          <a:lstStyle/>
          <a:p>
            <a:fld id="{C59C381B-2B79-46D0-A0D8-14017CDCA337}" type="datetimeFigureOut">
              <a:rPr lang="en-IN" smtClean="0"/>
              <a:t>21-11-2025</a:t>
            </a:fld>
            <a:endParaRPr lang="en-IN"/>
          </a:p>
        </p:txBody>
      </p:sp>
      <p:sp>
        <p:nvSpPr>
          <p:cNvPr id="4" name="Footer Placeholder 3">
            <a:extLst>
              <a:ext uri="{FF2B5EF4-FFF2-40B4-BE49-F238E27FC236}">
                <a16:creationId xmlns:a16="http://schemas.microsoft.com/office/drawing/2014/main" id="{BEB346A7-2A28-CBC3-8DAC-0F425881280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F35F529-E307-DBE1-8BC2-595440BCFC71}"/>
              </a:ext>
            </a:extLst>
          </p:cNvPr>
          <p:cNvSpPr>
            <a:spLocks noGrp="1"/>
          </p:cNvSpPr>
          <p:nvPr>
            <p:ph type="sldNum" sz="quarter" idx="12"/>
          </p:nvPr>
        </p:nvSpPr>
        <p:spPr/>
        <p:txBody>
          <a:bodyPr/>
          <a:lstStyle/>
          <a:p>
            <a:fld id="{29E1BE66-CBF5-4379-A5A9-7ECC4DE5E875}" type="slidenum">
              <a:rPr lang="en-IN" smtClean="0"/>
              <a:t>‹#›</a:t>
            </a:fld>
            <a:endParaRPr lang="en-IN"/>
          </a:p>
        </p:txBody>
      </p:sp>
    </p:spTree>
    <p:extLst>
      <p:ext uri="{BB962C8B-B14F-4D97-AF65-F5344CB8AC3E}">
        <p14:creationId xmlns:p14="http://schemas.microsoft.com/office/powerpoint/2010/main" val="1128627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799DC5-E02A-D991-566A-F5F3F2F82EAD}"/>
              </a:ext>
            </a:extLst>
          </p:cNvPr>
          <p:cNvSpPr>
            <a:spLocks noGrp="1"/>
          </p:cNvSpPr>
          <p:nvPr>
            <p:ph type="dt" sz="half" idx="10"/>
          </p:nvPr>
        </p:nvSpPr>
        <p:spPr/>
        <p:txBody>
          <a:bodyPr/>
          <a:lstStyle/>
          <a:p>
            <a:fld id="{C59C381B-2B79-46D0-A0D8-14017CDCA337}" type="datetimeFigureOut">
              <a:rPr lang="en-IN" smtClean="0"/>
              <a:t>21-11-2025</a:t>
            </a:fld>
            <a:endParaRPr lang="en-IN"/>
          </a:p>
        </p:txBody>
      </p:sp>
      <p:sp>
        <p:nvSpPr>
          <p:cNvPr id="3" name="Footer Placeholder 2">
            <a:extLst>
              <a:ext uri="{FF2B5EF4-FFF2-40B4-BE49-F238E27FC236}">
                <a16:creationId xmlns:a16="http://schemas.microsoft.com/office/drawing/2014/main" id="{489A0CED-9921-278C-369A-6BE8EF4B113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47C0707-A194-B21F-2A1E-2E7612109BAE}"/>
              </a:ext>
            </a:extLst>
          </p:cNvPr>
          <p:cNvSpPr>
            <a:spLocks noGrp="1"/>
          </p:cNvSpPr>
          <p:nvPr>
            <p:ph type="sldNum" sz="quarter" idx="12"/>
          </p:nvPr>
        </p:nvSpPr>
        <p:spPr/>
        <p:txBody>
          <a:bodyPr/>
          <a:lstStyle/>
          <a:p>
            <a:fld id="{29E1BE66-CBF5-4379-A5A9-7ECC4DE5E875}" type="slidenum">
              <a:rPr lang="en-IN" smtClean="0"/>
              <a:t>‹#›</a:t>
            </a:fld>
            <a:endParaRPr lang="en-IN"/>
          </a:p>
        </p:txBody>
      </p:sp>
    </p:spTree>
    <p:extLst>
      <p:ext uri="{BB962C8B-B14F-4D97-AF65-F5344CB8AC3E}">
        <p14:creationId xmlns:p14="http://schemas.microsoft.com/office/powerpoint/2010/main" val="910194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FB2C2-BBB4-8D4D-B15E-71684F9790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DAFBB13-65D9-C751-52B2-35C8124565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A8318A2-0A9E-13E6-9487-03990B11E7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2FCF11-A0FB-0296-5A34-AB1C689BD32D}"/>
              </a:ext>
            </a:extLst>
          </p:cNvPr>
          <p:cNvSpPr>
            <a:spLocks noGrp="1"/>
          </p:cNvSpPr>
          <p:nvPr>
            <p:ph type="dt" sz="half" idx="10"/>
          </p:nvPr>
        </p:nvSpPr>
        <p:spPr/>
        <p:txBody>
          <a:bodyPr/>
          <a:lstStyle/>
          <a:p>
            <a:fld id="{C59C381B-2B79-46D0-A0D8-14017CDCA337}" type="datetimeFigureOut">
              <a:rPr lang="en-IN" smtClean="0"/>
              <a:t>21-11-2025</a:t>
            </a:fld>
            <a:endParaRPr lang="en-IN"/>
          </a:p>
        </p:txBody>
      </p:sp>
      <p:sp>
        <p:nvSpPr>
          <p:cNvPr id="6" name="Footer Placeholder 5">
            <a:extLst>
              <a:ext uri="{FF2B5EF4-FFF2-40B4-BE49-F238E27FC236}">
                <a16:creationId xmlns:a16="http://schemas.microsoft.com/office/drawing/2014/main" id="{D7D6D511-0383-E169-8547-CFFE56353A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7B0657-3512-12C3-0DD9-371B854E065E}"/>
              </a:ext>
            </a:extLst>
          </p:cNvPr>
          <p:cNvSpPr>
            <a:spLocks noGrp="1"/>
          </p:cNvSpPr>
          <p:nvPr>
            <p:ph type="sldNum" sz="quarter" idx="12"/>
          </p:nvPr>
        </p:nvSpPr>
        <p:spPr/>
        <p:txBody>
          <a:bodyPr/>
          <a:lstStyle/>
          <a:p>
            <a:fld id="{29E1BE66-CBF5-4379-A5A9-7ECC4DE5E875}" type="slidenum">
              <a:rPr lang="en-IN" smtClean="0"/>
              <a:t>‹#›</a:t>
            </a:fld>
            <a:endParaRPr lang="en-IN"/>
          </a:p>
        </p:txBody>
      </p:sp>
    </p:spTree>
    <p:extLst>
      <p:ext uri="{BB962C8B-B14F-4D97-AF65-F5344CB8AC3E}">
        <p14:creationId xmlns:p14="http://schemas.microsoft.com/office/powerpoint/2010/main" val="4128219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5EC6D-29E3-1E9B-A2C7-42A1963F07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2CB6138-B3C9-3572-7166-C94C0ED77F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52BA815-A764-1B8F-CFAB-B27554F5CA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CCBA31-3624-DED2-8F8D-BD81FBDF15EB}"/>
              </a:ext>
            </a:extLst>
          </p:cNvPr>
          <p:cNvSpPr>
            <a:spLocks noGrp="1"/>
          </p:cNvSpPr>
          <p:nvPr>
            <p:ph type="dt" sz="half" idx="10"/>
          </p:nvPr>
        </p:nvSpPr>
        <p:spPr/>
        <p:txBody>
          <a:bodyPr/>
          <a:lstStyle/>
          <a:p>
            <a:fld id="{C59C381B-2B79-46D0-A0D8-14017CDCA337}" type="datetimeFigureOut">
              <a:rPr lang="en-IN" smtClean="0"/>
              <a:t>21-11-2025</a:t>
            </a:fld>
            <a:endParaRPr lang="en-IN"/>
          </a:p>
        </p:txBody>
      </p:sp>
      <p:sp>
        <p:nvSpPr>
          <p:cNvPr id="6" name="Footer Placeholder 5">
            <a:extLst>
              <a:ext uri="{FF2B5EF4-FFF2-40B4-BE49-F238E27FC236}">
                <a16:creationId xmlns:a16="http://schemas.microsoft.com/office/drawing/2014/main" id="{F2E5B76B-9FEE-63CC-DC78-C6CA35DB0B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056C103-A2FB-037E-0AB5-10690393583A}"/>
              </a:ext>
            </a:extLst>
          </p:cNvPr>
          <p:cNvSpPr>
            <a:spLocks noGrp="1"/>
          </p:cNvSpPr>
          <p:nvPr>
            <p:ph type="sldNum" sz="quarter" idx="12"/>
          </p:nvPr>
        </p:nvSpPr>
        <p:spPr/>
        <p:txBody>
          <a:bodyPr/>
          <a:lstStyle/>
          <a:p>
            <a:fld id="{29E1BE66-CBF5-4379-A5A9-7ECC4DE5E875}" type="slidenum">
              <a:rPr lang="en-IN" smtClean="0"/>
              <a:t>‹#›</a:t>
            </a:fld>
            <a:endParaRPr lang="en-IN"/>
          </a:p>
        </p:txBody>
      </p:sp>
    </p:spTree>
    <p:extLst>
      <p:ext uri="{BB962C8B-B14F-4D97-AF65-F5344CB8AC3E}">
        <p14:creationId xmlns:p14="http://schemas.microsoft.com/office/powerpoint/2010/main" val="2923741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A7BA2-E0F5-FC25-3882-471ECF6B8E2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26B3F58-6227-511E-00DD-D3DC3553C0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3B0C77-48A0-180B-BF19-C4EAFE2DA58B}"/>
              </a:ext>
            </a:extLst>
          </p:cNvPr>
          <p:cNvSpPr>
            <a:spLocks noGrp="1"/>
          </p:cNvSpPr>
          <p:nvPr>
            <p:ph type="dt" sz="half" idx="10"/>
          </p:nvPr>
        </p:nvSpPr>
        <p:spPr/>
        <p:txBody>
          <a:bodyPr/>
          <a:lstStyle/>
          <a:p>
            <a:fld id="{C59C381B-2B79-46D0-A0D8-14017CDCA337}" type="datetimeFigureOut">
              <a:rPr lang="en-IN" smtClean="0"/>
              <a:t>21-11-2025</a:t>
            </a:fld>
            <a:endParaRPr lang="en-IN"/>
          </a:p>
        </p:txBody>
      </p:sp>
      <p:sp>
        <p:nvSpPr>
          <p:cNvPr id="5" name="Footer Placeholder 4">
            <a:extLst>
              <a:ext uri="{FF2B5EF4-FFF2-40B4-BE49-F238E27FC236}">
                <a16:creationId xmlns:a16="http://schemas.microsoft.com/office/drawing/2014/main" id="{510893D3-12D2-059C-B62A-F3FF174093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9FA757-8D7E-6FD7-64AD-D15EA09F0733}"/>
              </a:ext>
            </a:extLst>
          </p:cNvPr>
          <p:cNvSpPr>
            <a:spLocks noGrp="1"/>
          </p:cNvSpPr>
          <p:nvPr>
            <p:ph type="sldNum" sz="quarter" idx="12"/>
          </p:nvPr>
        </p:nvSpPr>
        <p:spPr/>
        <p:txBody>
          <a:bodyPr/>
          <a:lstStyle/>
          <a:p>
            <a:fld id="{29E1BE66-CBF5-4379-A5A9-7ECC4DE5E875}" type="slidenum">
              <a:rPr lang="en-IN" smtClean="0"/>
              <a:t>‹#›</a:t>
            </a:fld>
            <a:endParaRPr lang="en-IN"/>
          </a:p>
        </p:txBody>
      </p:sp>
    </p:spTree>
    <p:extLst>
      <p:ext uri="{BB962C8B-B14F-4D97-AF65-F5344CB8AC3E}">
        <p14:creationId xmlns:p14="http://schemas.microsoft.com/office/powerpoint/2010/main" val="1145749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F26C28-B2CB-46CB-E1DC-E6429ABF697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9A35E0-7F58-27BB-388E-121F6B1257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C458BE-63FA-D5D8-2A1F-8307664BC71F}"/>
              </a:ext>
            </a:extLst>
          </p:cNvPr>
          <p:cNvSpPr>
            <a:spLocks noGrp="1"/>
          </p:cNvSpPr>
          <p:nvPr>
            <p:ph type="dt" sz="half" idx="10"/>
          </p:nvPr>
        </p:nvSpPr>
        <p:spPr/>
        <p:txBody>
          <a:bodyPr/>
          <a:lstStyle/>
          <a:p>
            <a:fld id="{C59C381B-2B79-46D0-A0D8-14017CDCA337}" type="datetimeFigureOut">
              <a:rPr lang="en-IN" smtClean="0"/>
              <a:t>21-11-2025</a:t>
            </a:fld>
            <a:endParaRPr lang="en-IN"/>
          </a:p>
        </p:txBody>
      </p:sp>
      <p:sp>
        <p:nvSpPr>
          <p:cNvPr id="5" name="Footer Placeholder 4">
            <a:extLst>
              <a:ext uri="{FF2B5EF4-FFF2-40B4-BE49-F238E27FC236}">
                <a16:creationId xmlns:a16="http://schemas.microsoft.com/office/drawing/2014/main" id="{0F327BF7-7E61-6D73-0ACE-1252149BEA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ED5867-2E51-D726-B1C7-680B35A5F229}"/>
              </a:ext>
            </a:extLst>
          </p:cNvPr>
          <p:cNvSpPr>
            <a:spLocks noGrp="1"/>
          </p:cNvSpPr>
          <p:nvPr>
            <p:ph type="sldNum" sz="quarter" idx="12"/>
          </p:nvPr>
        </p:nvSpPr>
        <p:spPr/>
        <p:txBody>
          <a:bodyPr/>
          <a:lstStyle/>
          <a:p>
            <a:fld id="{29E1BE66-CBF5-4379-A5A9-7ECC4DE5E875}" type="slidenum">
              <a:rPr lang="en-IN" smtClean="0"/>
              <a:t>‹#›</a:t>
            </a:fld>
            <a:endParaRPr lang="en-IN"/>
          </a:p>
        </p:txBody>
      </p:sp>
    </p:spTree>
    <p:extLst>
      <p:ext uri="{BB962C8B-B14F-4D97-AF65-F5344CB8AC3E}">
        <p14:creationId xmlns:p14="http://schemas.microsoft.com/office/powerpoint/2010/main" val="540561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D9ED02-41DD-439A-D6F8-EDEF9A688F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D8DE680-F4DA-8663-2365-7523EB7949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69E88B-FD0E-836F-7A65-45A2D99268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59C381B-2B79-46D0-A0D8-14017CDCA337}" type="datetimeFigureOut">
              <a:rPr lang="en-IN" smtClean="0"/>
              <a:t>21-11-2025</a:t>
            </a:fld>
            <a:endParaRPr lang="en-IN"/>
          </a:p>
        </p:txBody>
      </p:sp>
      <p:sp>
        <p:nvSpPr>
          <p:cNvPr id="5" name="Footer Placeholder 4">
            <a:extLst>
              <a:ext uri="{FF2B5EF4-FFF2-40B4-BE49-F238E27FC236}">
                <a16:creationId xmlns:a16="http://schemas.microsoft.com/office/drawing/2014/main" id="{2C7BBDAB-D645-65CF-6015-AB0F9D43EA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6C316A7-6952-B08F-48FE-440D768840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9E1BE66-CBF5-4379-A5A9-7ECC4DE5E875}" type="slidenum">
              <a:rPr lang="en-IN" smtClean="0"/>
              <a:t>‹#›</a:t>
            </a:fld>
            <a:endParaRPr lang="en-IN"/>
          </a:p>
        </p:txBody>
      </p:sp>
    </p:spTree>
    <p:extLst>
      <p:ext uri="{BB962C8B-B14F-4D97-AF65-F5344CB8AC3E}">
        <p14:creationId xmlns:p14="http://schemas.microsoft.com/office/powerpoint/2010/main" val="14026308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kinjal174@gmail.com"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hyperlink" Target="mailto:-kinjal174@gmail.com"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mailto:-ebill@airtel.com"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mailto:-kinjal174@gmail.com"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B626AE-6A96-B064-8819-A416DA12A545}"/>
              </a:ext>
            </a:extLst>
          </p:cNvPr>
          <p:cNvSpPr txBox="1"/>
          <p:nvPr/>
        </p:nvSpPr>
        <p:spPr>
          <a:xfrm>
            <a:off x="78659" y="0"/>
            <a:ext cx="11415252" cy="4820743"/>
          </a:xfrm>
          <a:prstGeom prst="rect">
            <a:avLst/>
          </a:prstGeom>
          <a:noFill/>
        </p:spPr>
        <p:txBody>
          <a:bodyPr wrap="square">
            <a:spAutoFit/>
          </a:bodyPr>
          <a:lstStyle/>
          <a:p>
            <a:pPr>
              <a:lnSpc>
                <a:spcPct val="115000"/>
              </a:lnSpc>
              <a:spcAft>
                <a:spcPts val="800"/>
              </a:spcAft>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 </a:t>
            </a:r>
            <a:r>
              <a:rPr lang="en-IN" sz="1600" b="1" kern="100" dirty="0">
                <a:effectLst/>
                <a:latin typeface="Aptos" panose="020B0004020202020204" pitchFamily="34" charset="0"/>
                <a:ea typeface="Aptos" panose="020B0004020202020204" pitchFamily="34" charset="0"/>
                <a:cs typeface="Times New Roman" panose="02020603050405020304" pitchFamily="18" charset="0"/>
              </a:rPr>
              <a:t>Module 1: Effective Communication</a:t>
            </a:r>
            <a:r>
              <a:rPr lang="en-US" sz="1600" b="1"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600" b="1" kern="100" dirty="0">
                <a:effectLst/>
                <a:latin typeface="Aptos" panose="020B0004020202020204" pitchFamily="34" charset="0"/>
                <a:ea typeface="Aptos" panose="020B0004020202020204" pitchFamily="34" charset="0"/>
                <a:cs typeface="Times New Roman" panose="02020603050405020304" pitchFamily="18" charset="0"/>
              </a:rPr>
              <a:t> </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Task: Write professional emails based on any 5 of the following scenarios. Ensure clarity, conciseness, and a formal tone.</a:t>
            </a:r>
          </a:p>
          <a:p>
            <a:pPr>
              <a:lnSpc>
                <a:spcPct val="115000"/>
              </a:lnSpc>
              <a:spcAft>
                <a:spcPts val="800"/>
              </a:spcAft>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                                                                </a:t>
            </a:r>
            <a:r>
              <a:rPr lang="en-US" sz="1600" b="1" kern="100" dirty="0">
                <a:effectLst/>
                <a:latin typeface="Aptos" panose="020B0004020202020204" pitchFamily="34" charset="0"/>
                <a:ea typeface="Aptos" panose="020B0004020202020204" pitchFamily="34" charset="0"/>
                <a:cs typeface="Times New Roman" panose="02020603050405020304" pitchFamily="18" charset="0"/>
              </a:rPr>
              <a:t>1.Thank you Email</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To: -tushar12@gmail.com</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From: </a:t>
            </a:r>
            <a:r>
              <a:rPr lang="en-US" sz="16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2"/>
              </a:rPr>
              <a:t>-kinjal174@gmail.com</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600" b="1" kern="100" dirty="0">
                <a:effectLst/>
                <a:latin typeface="Aptos" panose="020B0004020202020204" pitchFamily="34" charset="0"/>
                <a:ea typeface="Aptos" panose="020B0004020202020204" pitchFamily="34" charset="0"/>
                <a:cs typeface="Times New Roman" panose="02020603050405020304" pitchFamily="18" charset="0"/>
              </a:rPr>
              <a:t> </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Subject: Thank You for the giving  Emri green health service company job opportunity</a:t>
            </a:r>
          </a:p>
          <a:p>
            <a:pPr>
              <a:lnSpc>
                <a:spcPct val="115000"/>
              </a:lnSpc>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Hello sir, </a:t>
            </a:r>
          </a:p>
          <a:p>
            <a:pPr>
              <a:lnSpc>
                <a:spcPct val="115000"/>
              </a:lnSpc>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Thank you so much for giving me the opportunity to work at Emri green health service as the computer operator. I am very excited to start working with you and the rest of the team. I am confident that I will be able to contribute to the success of the company and help it grow in new project child help line.</a:t>
            </a:r>
          </a:p>
          <a:p>
            <a:pPr>
              <a:lnSpc>
                <a:spcPct val="115000"/>
              </a:lnSpc>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Thank you again for this opportunity. I look forward to working with you and getting started on this new adventure in new projects.</a:t>
            </a:r>
            <a:endParaRPr lang="en-IN" sz="1600" dirty="0"/>
          </a:p>
        </p:txBody>
      </p:sp>
      <p:sp>
        <p:nvSpPr>
          <p:cNvPr id="5" name="TextBox 4">
            <a:extLst>
              <a:ext uri="{FF2B5EF4-FFF2-40B4-BE49-F238E27FC236}">
                <a16:creationId xmlns:a16="http://schemas.microsoft.com/office/drawing/2014/main" id="{D9F3BE3B-A250-1D3E-94E3-1422A565D319}"/>
              </a:ext>
            </a:extLst>
          </p:cNvPr>
          <p:cNvSpPr txBox="1"/>
          <p:nvPr/>
        </p:nvSpPr>
        <p:spPr>
          <a:xfrm>
            <a:off x="275302" y="4709651"/>
            <a:ext cx="1986115" cy="1168461"/>
          </a:xfrm>
          <a:prstGeom prst="rect">
            <a:avLst/>
          </a:prstGeom>
          <a:noFill/>
        </p:spPr>
        <p:txBody>
          <a:bodyPr wrap="square">
            <a:spAutoFit/>
          </a:bodyPr>
          <a:lstStyle/>
          <a:p>
            <a:pPr>
              <a:lnSpc>
                <a:spcPct val="115000"/>
              </a:lnSpc>
              <a:spcAft>
                <a:spcPts val="800"/>
              </a:spcAft>
              <a:buNone/>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Sincerely,</a:t>
            </a:r>
          </a:p>
          <a:p>
            <a:pPr>
              <a:lnSpc>
                <a:spcPct val="115000"/>
              </a:lnSpc>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Kinjal patel</a:t>
            </a:r>
          </a:p>
        </p:txBody>
      </p:sp>
    </p:spTree>
    <p:extLst>
      <p:ext uri="{BB962C8B-B14F-4D97-AF65-F5344CB8AC3E}">
        <p14:creationId xmlns:p14="http://schemas.microsoft.com/office/powerpoint/2010/main" val="4045646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CD06B4-51CA-DB6C-9CA1-97E5AD28881A}"/>
              </a:ext>
            </a:extLst>
          </p:cNvPr>
          <p:cNvSpPr txBox="1"/>
          <p:nvPr/>
        </p:nvSpPr>
        <p:spPr>
          <a:xfrm>
            <a:off x="186813" y="68826"/>
            <a:ext cx="11887199" cy="6924973"/>
          </a:xfrm>
          <a:prstGeom prst="rect">
            <a:avLst/>
          </a:prstGeom>
          <a:noFill/>
        </p:spPr>
        <p:txBody>
          <a:bodyPr wrap="square">
            <a:spAutoFit/>
          </a:bodyPr>
          <a:lstStyle/>
          <a:p>
            <a:r>
              <a:rPr lang="en-US" sz="1600" b="1" dirty="0"/>
              <a:t>Task 2 - Resignation Email </a:t>
            </a:r>
          </a:p>
          <a:p>
            <a:r>
              <a:rPr lang="en-US" sz="1600" dirty="0"/>
              <a:t>To: -tushar12@gmail.com</a:t>
            </a:r>
          </a:p>
          <a:p>
            <a:r>
              <a:rPr lang="en-US" sz="1600" dirty="0"/>
              <a:t>From: </a:t>
            </a:r>
            <a:r>
              <a:rPr lang="en-US" sz="1600" dirty="0">
                <a:hlinkClick r:id="rId2"/>
              </a:rPr>
              <a:t>-kinjal174@gmail.com</a:t>
            </a:r>
            <a:endParaRPr lang="en-US" sz="1600" dirty="0"/>
          </a:p>
          <a:p>
            <a:endParaRPr lang="en-US" sz="1600" dirty="0"/>
          </a:p>
          <a:p>
            <a:r>
              <a:rPr lang="en-US" sz="1600" dirty="0"/>
              <a:t>Name: kinjal patel</a:t>
            </a:r>
          </a:p>
          <a:p>
            <a:r>
              <a:rPr lang="en-US" sz="1600" dirty="0"/>
              <a:t> position: computer operator</a:t>
            </a:r>
          </a:p>
          <a:p>
            <a:r>
              <a:rPr lang="en-US" sz="1600" dirty="0"/>
              <a:t>Company Name: Emri green health service</a:t>
            </a:r>
          </a:p>
          <a:p>
            <a:endParaRPr lang="en-US" sz="1600" dirty="0"/>
          </a:p>
          <a:p>
            <a:r>
              <a:rPr lang="en-US" sz="1600" dirty="0"/>
              <a:t>Date 29-8-2024</a:t>
            </a:r>
          </a:p>
          <a:p>
            <a:r>
              <a:rPr lang="en-US" sz="1600" dirty="0"/>
              <a:t>Supervisor’s Name Tushar Mehta </a:t>
            </a:r>
          </a:p>
          <a:p>
            <a:r>
              <a:rPr lang="en-US" sz="1600" dirty="0"/>
              <a:t>Kathwada Rd, nr haridarsan chowk</a:t>
            </a:r>
          </a:p>
          <a:p>
            <a:r>
              <a:rPr lang="en-US" sz="1400" dirty="0"/>
              <a:t>NIKOL 382350 AHMEDABAD,</a:t>
            </a:r>
          </a:p>
          <a:p>
            <a:endParaRPr lang="en-US" sz="1400" dirty="0"/>
          </a:p>
          <a:p>
            <a:r>
              <a:rPr lang="en-US" sz="1600" dirty="0"/>
              <a:t>  Subject: - my Resignation letter in Emri green health service and my position as computer operator</a:t>
            </a:r>
          </a:p>
          <a:p>
            <a:r>
              <a:rPr lang="en-US" sz="1600" dirty="0"/>
              <a:t>Dear sir,</a:t>
            </a:r>
          </a:p>
          <a:p>
            <a:endParaRPr lang="en-US" sz="1600" dirty="0"/>
          </a:p>
          <a:p>
            <a:r>
              <a:rPr lang="en-US" sz="1600" dirty="0"/>
              <a:t>I am writing to formally resign from my position as computer operator at Emri green health service, effective from Last Working date</a:t>
            </a:r>
          </a:p>
          <a:p>
            <a:r>
              <a:rPr lang="en-US" sz="1600" dirty="0"/>
              <a:t>29-9-2024. My resign reason for Pursuing further education or a career change Please consider this letter as my official notice as per the company policy.</a:t>
            </a:r>
          </a:p>
          <a:p>
            <a:endParaRPr lang="en-US" sz="1600" dirty="0"/>
          </a:p>
          <a:p>
            <a:r>
              <a:rPr lang="en-US" sz="1600" dirty="0"/>
              <a:t> I appreciate the opportunities and support I have received during my time here. It has been a valuable experience, and I am grateful for the guidance and learning provided by the team.</a:t>
            </a:r>
          </a:p>
          <a:p>
            <a:r>
              <a:rPr lang="en-US" sz="1600" dirty="0"/>
              <a:t>I will ensure a smooth transition of my responsibilities before my last working day. Please let me know if any specific tasks or handover procedures are required.</a:t>
            </a:r>
          </a:p>
          <a:p>
            <a:r>
              <a:rPr lang="en-US" sz="1600" dirty="0"/>
              <a:t>Thank you for your support and understanding. </a:t>
            </a:r>
          </a:p>
          <a:p>
            <a:r>
              <a:rPr lang="en-US" sz="1600" dirty="0"/>
              <a:t>Sincerely,</a:t>
            </a:r>
          </a:p>
          <a:p>
            <a:r>
              <a:rPr lang="en-US" sz="1600" dirty="0"/>
              <a:t>kinjal patel</a:t>
            </a:r>
          </a:p>
          <a:p>
            <a:r>
              <a:rPr lang="en-US" sz="1600" dirty="0"/>
              <a:t>Email ID 1223</a:t>
            </a:r>
          </a:p>
        </p:txBody>
      </p:sp>
    </p:spTree>
    <p:extLst>
      <p:ext uri="{BB962C8B-B14F-4D97-AF65-F5344CB8AC3E}">
        <p14:creationId xmlns:p14="http://schemas.microsoft.com/office/powerpoint/2010/main" val="3672419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17676E-F384-7049-F0E2-4A94A8270EE2}"/>
              </a:ext>
            </a:extLst>
          </p:cNvPr>
          <p:cNvSpPr txBox="1"/>
          <p:nvPr/>
        </p:nvSpPr>
        <p:spPr>
          <a:xfrm>
            <a:off x="275303" y="265471"/>
            <a:ext cx="11720052" cy="5755422"/>
          </a:xfrm>
          <a:prstGeom prst="rect">
            <a:avLst/>
          </a:prstGeom>
          <a:noFill/>
        </p:spPr>
        <p:txBody>
          <a:bodyPr wrap="square">
            <a:spAutoFit/>
          </a:bodyPr>
          <a:lstStyle/>
          <a:p>
            <a:r>
              <a:rPr lang="en-US" sz="1600" b="1" dirty="0"/>
              <a:t>Task 3  Asking for a Raise in Salary</a:t>
            </a:r>
          </a:p>
          <a:p>
            <a:endParaRPr lang="en-US" sz="1600" b="1" dirty="0"/>
          </a:p>
          <a:p>
            <a:endParaRPr lang="en-US" sz="1600" b="1" dirty="0"/>
          </a:p>
          <a:p>
            <a:r>
              <a:rPr lang="en-US" sz="1600" dirty="0"/>
              <a:t>To: -tushar12@gmail.com</a:t>
            </a:r>
          </a:p>
          <a:p>
            <a:r>
              <a:rPr lang="en-US" sz="1600" dirty="0"/>
              <a:t>From: -kinjal174@gmail.com</a:t>
            </a:r>
          </a:p>
          <a:p>
            <a:r>
              <a:rPr lang="en-US" sz="1600" dirty="0"/>
              <a:t>  </a:t>
            </a:r>
          </a:p>
          <a:p>
            <a:r>
              <a:rPr lang="en-US" sz="1600" dirty="0"/>
              <a:t>Subject: Request for Exploring Salary Enhancement Reflecting My Current Role</a:t>
            </a:r>
          </a:p>
          <a:p>
            <a:endParaRPr lang="en-US" sz="1600" dirty="0"/>
          </a:p>
          <a:p>
            <a:r>
              <a:rPr lang="en-US" sz="1600" dirty="0"/>
              <a:t>Dear Tushar Mehta,</a:t>
            </a:r>
          </a:p>
          <a:p>
            <a:endParaRPr lang="en-US" sz="1600" dirty="0"/>
          </a:p>
          <a:p>
            <a:r>
              <a:rPr lang="en-US" sz="1600" dirty="0"/>
              <a:t>I am writing to formally request a meeting to discuss my current compensation in relation to my role and responsibilities here at Emri green health service.</a:t>
            </a:r>
          </a:p>
          <a:p>
            <a:endParaRPr lang="en-US" sz="1600" dirty="0"/>
          </a:p>
          <a:p>
            <a:r>
              <a:rPr lang="en-US" sz="1600" dirty="0"/>
              <a:t> As you know, since joining in 6 years, my role has evolved significantly. I've taken on additional responsibilities, including in managing the new project follow up desk, leading the quarterly analytics report creation, and mentoring junior team members. These contributions have allowed me to play a more strategic part in the team’s successes, improving the process efficiency by 15% or successfully launching the recent project in child help line.</a:t>
            </a:r>
          </a:p>
          <a:p>
            <a:endParaRPr lang="en-US" sz="1600" dirty="0"/>
          </a:p>
          <a:p>
            <a:r>
              <a:rPr lang="en-US" sz="1600" dirty="0"/>
              <a:t>I would be grateful if you could consider a salary increment in recognition of my performance and dedication. I am confident that my contributions have added value, and I look forward to continuing to grow with the company.</a:t>
            </a:r>
          </a:p>
          <a:p>
            <a:endParaRPr lang="en-US" sz="1600" dirty="0"/>
          </a:p>
          <a:p>
            <a:r>
              <a:rPr lang="en-US" sz="1600" dirty="0"/>
              <a:t>Sincerely,</a:t>
            </a:r>
          </a:p>
          <a:p>
            <a:r>
              <a:rPr lang="en-US" sz="1600" dirty="0"/>
              <a:t>Kinjal patel,</a:t>
            </a:r>
          </a:p>
        </p:txBody>
      </p:sp>
    </p:spTree>
    <p:extLst>
      <p:ext uri="{BB962C8B-B14F-4D97-AF65-F5344CB8AC3E}">
        <p14:creationId xmlns:p14="http://schemas.microsoft.com/office/powerpoint/2010/main" val="3831364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37C249-1C84-E977-4B2E-F023C0359B47}"/>
              </a:ext>
            </a:extLst>
          </p:cNvPr>
          <p:cNvSpPr txBox="1"/>
          <p:nvPr/>
        </p:nvSpPr>
        <p:spPr>
          <a:xfrm>
            <a:off x="324465" y="68826"/>
            <a:ext cx="11641394" cy="6032421"/>
          </a:xfrm>
          <a:prstGeom prst="rect">
            <a:avLst/>
          </a:prstGeom>
          <a:noFill/>
        </p:spPr>
        <p:txBody>
          <a:bodyPr wrap="square">
            <a:spAutoFit/>
          </a:bodyPr>
          <a:lstStyle/>
          <a:p>
            <a:r>
              <a:rPr lang="en-US" b="1" dirty="0"/>
              <a:t>Task 4</a:t>
            </a:r>
            <a:r>
              <a:rPr lang="en-US" sz="1600" b="1" dirty="0"/>
              <a:t>:- reminder email</a:t>
            </a:r>
          </a:p>
          <a:p>
            <a:endParaRPr lang="en-US" sz="1600" dirty="0"/>
          </a:p>
          <a:p>
            <a:r>
              <a:rPr lang="en-US" sz="1600" dirty="0"/>
              <a:t>To: -kinjal174@gmail.com</a:t>
            </a:r>
          </a:p>
          <a:p>
            <a:r>
              <a:rPr lang="en-US" sz="1600" dirty="0"/>
              <a:t>from: </a:t>
            </a:r>
            <a:r>
              <a:rPr lang="en-US" sz="1600" dirty="0">
                <a:hlinkClick r:id="rId2"/>
              </a:rPr>
              <a:t>-ebill@airtel.com</a:t>
            </a:r>
            <a:endParaRPr lang="en-US" sz="1600" dirty="0"/>
          </a:p>
          <a:p>
            <a:endParaRPr lang="en-US" sz="1600" dirty="0"/>
          </a:p>
          <a:p>
            <a:r>
              <a:rPr lang="en-US" sz="1600" dirty="0"/>
              <a:t>Subject: Friendly Reminder: Your Airtel bill is due on Due Date 29-9-2025</a:t>
            </a:r>
          </a:p>
          <a:p>
            <a:endParaRPr lang="en-US" sz="1600" dirty="0"/>
          </a:p>
          <a:p>
            <a:r>
              <a:rPr lang="en-US" sz="1600" dirty="0"/>
              <a:t>Dear kinjal patel,</a:t>
            </a:r>
          </a:p>
          <a:p>
            <a:endParaRPr lang="en-US" sz="1600" dirty="0"/>
          </a:p>
          <a:p>
            <a:r>
              <a:rPr lang="en-US" sz="1600" dirty="0"/>
              <a:t>This is a friendly reminder that the Airtel bill for the account 8140814262 mobile Number is due on 29-9-2025. Kindly ensure that the payment is completed on or before the due date to avoid any service interruption or late payment charges.</a:t>
            </a:r>
          </a:p>
          <a:p>
            <a:endParaRPr lang="en-US" sz="1600" dirty="0"/>
          </a:p>
          <a:p>
            <a:r>
              <a:rPr lang="en-US" sz="1600" dirty="0"/>
              <a:t>Bill Details:</a:t>
            </a:r>
          </a:p>
          <a:p>
            <a:r>
              <a:rPr lang="en-US" sz="1600" dirty="0"/>
              <a:t> Service Provider: Airtel</a:t>
            </a:r>
          </a:p>
          <a:p>
            <a:r>
              <a:rPr lang="en-US" sz="1600" dirty="0"/>
              <a:t> Phone Number 8140814262</a:t>
            </a:r>
          </a:p>
          <a:p>
            <a:r>
              <a:rPr lang="en-US" sz="1600" dirty="0"/>
              <a:t> Amount Due: 199</a:t>
            </a:r>
          </a:p>
          <a:p>
            <a:r>
              <a:rPr lang="en-US" sz="1600" dirty="0"/>
              <a:t> Due Date: 29-9-2025</a:t>
            </a:r>
          </a:p>
          <a:p>
            <a:endParaRPr lang="en-US" sz="1600" dirty="0"/>
          </a:p>
          <a:p>
            <a:r>
              <a:rPr lang="en-US" sz="1600" dirty="0"/>
              <a:t>If the payment has already been made, please ignore this message. Otherwise, your timely action will help maintain smooth and uninterrupted service.</a:t>
            </a:r>
          </a:p>
          <a:p>
            <a:endParaRPr lang="en-US" sz="1600" dirty="0"/>
          </a:p>
          <a:p>
            <a:r>
              <a:rPr lang="en-US" sz="1600" dirty="0"/>
              <a:t>Thank you for your cooperation.</a:t>
            </a:r>
          </a:p>
          <a:p>
            <a:r>
              <a:rPr lang="en-US" sz="1600" dirty="0"/>
              <a:t>Sincerely,</a:t>
            </a:r>
          </a:p>
          <a:p>
            <a:r>
              <a:rPr lang="en-US" sz="1600" dirty="0"/>
              <a:t>Airtel Team</a:t>
            </a:r>
          </a:p>
        </p:txBody>
      </p:sp>
    </p:spTree>
    <p:extLst>
      <p:ext uri="{BB962C8B-B14F-4D97-AF65-F5344CB8AC3E}">
        <p14:creationId xmlns:p14="http://schemas.microsoft.com/office/powerpoint/2010/main" val="3889063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F885DE-0256-16D5-8CAC-8A544DCD7DF1}"/>
              </a:ext>
            </a:extLst>
          </p:cNvPr>
          <p:cNvSpPr txBox="1"/>
          <p:nvPr/>
        </p:nvSpPr>
        <p:spPr>
          <a:xfrm>
            <a:off x="462116" y="13247"/>
            <a:ext cx="11238271" cy="5942589"/>
          </a:xfrm>
          <a:prstGeom prst="rect">
            <a:avLst/>
          </a:prstGeom>
          <a:noFill/>
        </p:spPr>
        <p:txBody>
          <a:bodyPr wrap="square">
            <a:spAutoFit/>
          </a:bodyPr>
          <a:lstStyle/>
          <a:p>
            <a:pPr>
              <a:lnSpc>
                <a:spcPct val="115000"/>
              </a:lnSpc>
              <a:spcAft>
                <a:spcPts val="800"/>
              </a:spcAft>
              <a:buNone/>
            </a:pPr>
            <a:endParaRPr lang="en-IN" sz="1600" b="1"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endParaRPr lang="en-IN" sz="1600" b="1" kern="100" dirty="0">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Task 5       </a:t>
            </a:r>
          </a:p>
          <a:p>
            <a:pPr>
              <a:lnSpc>
                <a:spcPct val="115000"/>
              </a:lnSpc>
              <a:spcAft>
                <a:spcPts val="800"/>
              </a:spcAft>
              <a:buNone/>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Email to Your Boss About a Problem (Requesting Help)</a:t>
            </a:r>
          </a:p>
          <a:p>
            <a:pPr>
              <a:lnSpc>
                <a:spcPct val="115000"/>
              </a:lnSpc>
              <a:spcAft>
                <a:spcPts val="800"/>
              </a:spcAft>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To: -tushar12@gmail.com</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From: </a:t>
            </a:r>
            <a:r>
              <a:rPr lang="en-US" sz="16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2"/>
              </a:rPr>
              <a:t>-kinjal174@gmail.com</a:t>
            </a:r>
            <a:endParaRPr lang="en-IN" sz="16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buNone/>
            </a:pPr>
            <a:r>
              <a:rPr lang="en-IN" sz="1600" b="1" kern="100" dirty="0">
                <a:effectLst/>
                <a:latin typeface="Aptos" panose="020B0004020202020204" pitchFamily="34" charset="0"/>
                <a:ea typeface="Aptos" panose="020B0004020202020204" pitchFamily="34" charset="0"/>
                <a:cs typeface="Times New Roman" panose="02020603050405020304" pitchFamily="18" charset="0"/>
              </a:rPr>
              <a:t>SUBJECT  :-</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I Request to Discuss my level 2 project Team Leader Change </a:t>
            </a:r>
          </a:p>
          <a:p>
            <a:pPr>
              <a:lnSpc>
                <a:spcPct val="115000"/>
              </a:lnSpc>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dear Tushar Mehta</a:t>
            </a:r>
          </a:p>
          <a:p>
            <a:pPr>
              <a:lnSpc>
                <a:spcPct val="115000"/>
              </a:lnSpc>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This email is to inform I request you about a change in leadership for the level 2 team. Because the reason is level 2 team leader Pranav patel not give my monthly work feedback and not polite way to speak.</a:t>
            </a:r>
          </a:p>
          <a:p>
            <a:pPr>
              <a:lnSpc>
                <a:spcPct val="115000"/>
              </a:lnSpc>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I request Organize a meeting and call all the team members to discuss the team leader change </a:t>
            </a:r>
            <a:r>
              <a:rPr lang="en-IN" sz="1600" kern="100" dirty="0" err="1">
                <a:effectLst/>
                <a:latin typeface="Aptos" panose="020B0004020202020204" pitchFamily="34" charset="0"/>
                <a:ea typeface="Aptos" panose="020B0004020202020204" pitchFamily="34" charset="0"/>
                <a:cs typeface="Times New Roman" panose="02020603050405020304" pitchFamily="18" charset="0"/>
              </a:rPr>
              <a:t>i</a:t>
            </a:r>
            <a:r>
              <a:rPr lang="en-IN" sz="1600" kern="100" dirty="0">
                <a:effectLst/>
                <a:latin typeface="Aptos" panose="020B0004020202020204" pitchFamily="34" charset="0"/>
                <a:ea typeface="Aptos" panose="020B0004020202020204" pitchFamily="34" charset="0"/>
                <a:cs typeface="Times New Roman" panose="02020603050405020304" pitchFamily="18" charset="0"/>
              </a:rPr>
              <a:t> to do a better work and take the company growth.</a:t>
            </a:r>
          </a:p>
          <a:p>
            <a:pPr>
              <a:lnSpc>
                <a:spcPct val="115000"/>
              </a:lnSpc>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Sincerely,</a:t>
            </a:r>
          </a:p>
          <a:p>
            <a:pPr>
              <a:lnSpc>
                <a:spcPct val="115000"/>
              </a:lnSpc>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Kinjal patel,</a:t>
            </a:r>
          </a:p>
        </p:txBody>
      </p:sp>
    </p:spTree>
    <p:extLst>
      <p:ext uri="{BB962C8B-B14F-4D97-AF65-F5344CB8AC3E}">
        <p14:creationId xmlns:p14="http://schemas.microsoft.com/office/powerpoint/2010/main" val="10273751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TotalTime>
  <Words>826</Words>
  <Application>Microsoft Office PowerPoint</Application>
  <PresentationFormat>Widescreen</PresentationFormat>
  <Paragraphs>93</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kinjal patel</dc:creator>
  <cp:lastModifiedBy>kinjal patel</cp:lastModifiedBy>
  <cp:revision>1</cp:revision>
  <dcterms:created xsi:type="dcterms:W3CDTF">2025-11-21T04:49:49Z</dcterms:created>
  <dcterms:modified xsi:type="dcterms:W3CDTF">2025-11-21T07:15:20Z</dcterms:modified>
</cp:coreProperties>
</file>